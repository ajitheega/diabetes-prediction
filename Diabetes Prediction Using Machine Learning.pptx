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2" r:id="rId3"/>
    <p:sldId id="272" r:id="rId4"/>
    <p:sldId id="260" r:id="rId5"/>
    <p:sldId id="271" r:id="rId6"/>
    <p:sldId id="273" r:id="rId7"/>
    <p:sldId id="274" r:id="rId8"/>
    <p:sldId id="276" r:id="rId9"/>
    <p:sldId id="267" r:id="rId10"/>
    <p:sldId id="275" r:id="rId11"/>
    <p:sldId id="261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8EFFC1-2BDE-42F8-B266-14F0D828BAB6}">
          <p14:sldIdLst>
            <p14:sldId id="256"/>
            <p14:sldId id="262"/>
            <p14:sldId id="272"/>
            <p14:sldId id="260"/>
            <p14:sldId id="271"/>
            <p14:sldId id="273"/>
            <p14:sldId id="274"/>
            <p14:sldId id="276"/>
            <p14:sldId id="267"/>
            <p14:sldId id="275"/>
            <p14:sldId id="261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64A63-840B-4B7F-BC80-36ECB77ECEA2}" v="11" dt="2024-06-18T15:37:53.830"/>
    <p1510:client id="{40DD1179-2A2F-4CE4-B86E-6186888450E1}" v="73" dt="2024-06-17T16:41:13.848"/>
    <p1510:client id="{E61ADB2E-7736-4B3F-9F58-4CC97F9B45CE}" v="2" dt="2024-06-17T06:57:27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rnatejitha Reddy" userId="b72157f50999e751" providerId="LiveId" clId="{978B2F21-5880-473A-9FA4-6ECA207868DE}"/>
    <pc:docChg chg="custSel modSld">
      <pc:chgData name="Poornatejitha Reddy" userId="b72157f50999e751" providerId="LiveId" clId="{978B2F21-5880-473A-9FA4-6ECA207868DE}" dt="2024-06-18T04:20:35.354" v="143" actId="207"/>
      <pc:docMkLst>
        <pc:docMk/>
      </pc:docMkLst>
      <pc:sldChg chg="modSp mod">
        <pc:chgData name="Poornatejitha Reddy" userId="b72157f50999e751" providerId="LiveId" clId="{978B2F21-5880-473A-9FA4-6ECA207868DE}" dt="2024-06-18T04:19:20.397" v="139" actId="20577"/>
        <pc:sldMkLst>
          <pc:docMk/>
          <pc:sldMk cId="2662775320" sldId="256"/>
        </pc:sldMkLst>
        <pc:spChg chg="mod">
          <ac:chgData name="Poornatejitha Reddy" userId="b72157f50999e751" providerId="LiveId" clId="{978B2F21-5880-473A-9FA4-6ECA207868DE}" dt="2024-06-18T04:19:20.397" v="139" actId="20577"/>
          <ac:spMkLst>
            <pc:docMk/>
            <pc:sldMk cId="2662775320" sldId="256"/>
            <ac:spMk id="3" creationId="{AB556860-073B-C78B-BA86-B13AF5E39745}"/>
          </ac:spMkLst>
        </pc:spChg>
      </pc:sldChg>
      <pc:sldChg chg="modSp mod">
        <pc:chgData name="Poornatejitha Reddy" userId="b72157f50999e751" providerId="LiveId" clId="{978B2F21-5880-473A-9FA4-6ECA207868DE}" dt="2024-06-18T04:20:35.354" v="143" actId="207"/>
        <pc:sldMkLst>
          <pc:docMk/>
          <pc:sldMk cId="2545455996" sldId="263"/>
        </pc:sldMkLst>
        <pc:spChg chg="mod">
          <ac:chgData name="Poornatejitha Reddy" userId="b72157f50999e751" providerId="LiveId" clId="{978B2F21-5880-473A-9FA4-6ECA207868DE}" dt="2024-06-18T04:20:35.354" v="143" actId="207"/>
          <ac:spMkLst>
            <pc:docMk/>
            <pc:sldMk cId="2545455996" sldId="263"/>
            <ac:spMk id="2" creationId="{EAB17BA5-3011-D2F7-180D-F61A363F4C66}"/>
          </ac:spMkLst>
        </pc:spChg>
      </pc:sldChg>
    </pc:docChg>
  </pc:docChgLst>
  <pc:docChgLst>
    <pc:chgData name="Poornatejitha Reddy" userId="b72157f50999e751" providerId="Windows Live" clId="Web-{0F964A63-840B-4B7F-BC80-36ECB77ECEA2}"/>
    <pc:docChg chg="modSld">
      <pc:chgData name="Poornatejitha Reddy" userId="b72157f50999e751" providerId="Windows Live" clId="Web-{0F964A63-840B-4B7F-BC80-36ECB77ECEA2}" dt="2024-06-18T15:37:53.830" v="9" actId="1076"/>
      <pc:docMkLst>
        <pc:docMk/>
      </pc:docMkLst>
      <pc:sldChg chg="modSp">
        <pc:chgData name="Poornatejitha Reddy" userId="b72157f50999e751" providerId="Windows Live" clId="Web-{0F964A63-840B-4B7F-BC80-36ECB77ECEA2}" dt="2024-06-18T15:37:06.108" v="3" actId="20577"/>
        <pc:sldMkLst>
          <pc:docMk/>
          <pc:sldMk cId="1099198396" sldId="260"/>
        </pc:sldMkLst>
        <pc:spChg chg="mod">
          <ac:chgData name="Poornatejitha Reddy" userId="b72157f50999e751" providerId="Windows Live" clId="Web-{0F964A63-840B-4B7F-BC80-36ECB77ECEA2}" dt="2024-06-18T15:37:06.108" v="3" actId="20577"/>
          <ac:spMkLst>
            <pc:docMk/>
            <pc:sldMk cId="1099198396" sldId="260"/>
            <ac:spMk id="3" creationId="{96217A5B-BF43-CDA8-8D92-02524C7DF87E}"/>
          </ac:spMkLst>
        </pc:spChg>
      </pc:sldChg>
      <pc:sldChg chg="modSp">
        <pc:chgData name="Poornatejitha Reddy" userId="b72157f50999e751" providerId="Windows Live" clId="Web-{0F964A63-840B-4B7F-BC80-36ECB77ECEA2}" dt="2024-06-18T15:37:53.830" v="9" actId="1076"/>
        <pc:sldMkLst>
          <pc:docMk/>
          <pc:sldMk cId="2545455996" sldId="263"/>
        </pc:sldMkLst>
        <pc:spChg chg="mod">
          <ac:chgData name="Poornatejitha Reddy" userId="b72157f50999e751" providerId="Windows Live" clId="Web-{0F964A63-840B-4B7F-BC80-36ECB77ECEA2}" dt="2024-06-18T15:37:20.672" v="5" actId="20577"/>
          <ac:spMkLst>
            <pc:docMk/>
            <pc:sldMk cId="2545455996" sldId="263"/>
            <ac:spMk id="8" creationId="{77081541-A2E3-52A4-83D2-AFA726DE9650}"/>
          </ac:spMkLst>
        </pc:spChg>
        <pc:spChg chg="mod">
          <ac:chgData name="Poornatejitha Reddy" userId="b72157f50999e751" providerId="Windows Live" clId="Web-{0F964A63-840B-4B7F-BC80-36ECB77ECEA2}" dt="2024-06-18T15:37:48.970" v="8" actId="1076"/>
          <ac:spMkLst>
            <pc:docMk/>
            <pc:sldMk cId="2545455996" sldId="263"/>
            <ac:spMk id="9" creationId="{E86B5657-7A40-E214-9249-CFD82C70CCC9}"/>
          </ac:spMkLst>
        </pc:spChg>
        <pc:cxnChg chg="mod">
          <ac:chgData name="Poornatejitha Reddy" userId="b72157f50999e751" providerId="Windows Live" clId="Web-{0F964A63-840B-4B7F-BC80-36ECB77ECEA2}" dt="2024-06-18T15:37:53.830" v="9" actId="1076"/>
          <ac:cxnSpMkLst>
            <pc:docMk/>
            <pc:sldMk cId="2545455996" sldId="263"/>
            <ac:cxnSpMk id="22" creationId="{C7EA24B7-0B74-E7B0-166B-3AB5C93FAC57}"/>
          </ac:cxnSpMkLst>
        </pc:cxnChg>
      </pc:sldChg>
    </pc:docChg>
  </pc:docChgLst>
  <pc:docChgLst>
    <pc:chgData name="Poornatejitha Reddy" userId="b72157f50999e751" providerId="Windows Live" clId="Web-{40DD1179-2A2F-4CE4-B86E-6186888450E1}"/>
    <pc:docChg chg="addSld modSld">
      <pc:chgData name="Poornatejitha Reddy" userId="b72157f50999e751" providerId="Windows Live" clId="Web-{40DD1179-2A2F-4CE4-B86E-6186888450E1}" dt="2024-06-17T16:41:13.848" v="71" actId="20577"/>
      <pc:docMkLst>
        <pc:docMk/>
      </pc:docMkLst>
      <pc:sldChg chg="modSp">
        <pc:chgData name="Poornatejitha Reddy" userId="b72157f50999e751" providerId="Windows Live" clId="Web-{40DD1179-2A2F-4CE4-B86E-6186888450E1}" dt="2024-06-17T16:41:13.848" v="71" actId="20577"/>
        <pc:sldMkLst>
          <pc:docMk/>
          <pc:sldMk cId="2662775320" sldId="256"/>
        </pc:sldMkLst>
        <pc:spChg chg="mod">
          <ac:chgData name="Poornatejitha Reddy" userId="b72157f50999e751" providerId="Windows Live" clId="Web-{40DD1179-2A2F-4CE4-B86E-6186888450E1}" dt="2024-06-17T16:41:13.848" v="71" actId="20577"/>
          <ac:spMkLst>
            <pc:docMk/>
            <pc:sldMk cId="2662775320" sldId="256"/>
            <ac:spMk id="3" creationId="{AB556860-073B-C78B-BA86-B13AF5E39745}"/>
          </ac:spMkLst>
        </pc:spChg>
      </pc:sldChg>
      <pc:sldChg chg="addSp delSp modSp mod modClrScheme chgLayout">
        <pc:chgData name="Poornatejitha Reddy" userId="b72157f50999e751" providerId="Windows Live" clId="Web-{40DD1179-2A2F-4CE4-B86E-6186888450E1}" dt="2024-06-17T16:37:32.058" v="41" actId="1076"/>
        <pc:sldMkLst>
          <pc:docMk/>
          <pc:sldMk cId="3044306991" sldId="267"/>
        </pc:sldMkLst>
        <pc:spChg chg="mod ord">
          <ac:chgData name="Poornatejitha Reddy" userId="b72157f50999e751" providerId="Windows Live" clId="Web-{40DD1179-2A2F-4CE4-B86E-6186888450E1}" dt="2024-06-17T16:36:13.227" v="30"/>
          <ac:spMkLst>
            <pc:docMk/>
            <pc:sldMk cId="3044306991" sldId="267"/>
            <ac:spMk id="2" creationId="{9BF253C8-059C-F28D-4E2E-48DAEB94890E}"/>
          </ac:spMkLst>
        </pc:spChg>
        <pc:spChg chg="add del mod ord">
          <ac:chgData name="Poornatejitha Reddy" userId="b72157f50999e751" providerId="Windows Live" clId="Web-{40DD1179-2A2F-4CE4-B86E-6186888450E1}" dt="2024-06-17T16:26:00.361" v="7"/>
          <ac:spMkLst>
            <pc:docMk/>
            <pc:sldMk cId="3044306991" sldId="267"/>
            <ac:spMk id="3" creationId="{E8FFE2AE-8976-6D46-77BE-BBAC31E35AF0}"/>
          </ac:spMkLst>
        </pc:spChg>
        <pc:spChg chg="add mod ord">
          <ac:chgData name="Poornatejitha Reddy" userId="b72157f50999e751" providerId="Windows Live" clId="Web-{40DD1179-2A2F-4CE4-B86E-6186888450E1}" dt="2024-06-17T16:37:17.323" v="40" actId="20577"/>
          <ac:spMkLst>
            <pc:docMk/>
            <pc:sldMk cId="3044306991" sldId="267"/>
            <ac:spMk id="4" creationId="{51022B63-AA4C-4777-066D-2CC9C2D5B5C2}"/>
          </ac:spMkLst>
        </pc:spChg>
        <pc:spChg chg="add mod ord">
          <ac:chgData name="Poornatejitha Reddy" userId="b72157f50999e751" providerId="Windows Live" clId="Web-{40DD1179-2A2F-4CE4-B86E-6186888450E1}" dt="2024-06-17T16:37:14.433" v="39" actId="20577"/>
          <ac:spMkLst>
            <pc:docMk/>
            <pc:sldMk cId="3044306991" sldId="267"/>
            <ac:spMk id="5" creationId="{FE7AFD5C-98B0-A81B-FF27-B462C8ECEC22}"/>
          </ac:spMkLst>
        </pc:spChg>
        <pc:spChg chg="add del mod ord">
          <ac:chgData name="Poornatejitha Reddy" userId="b72157f50999e751" providerId="Windows Live" clId="Web-{40DD1179-2A2F-4CE4-B86E-6186888450E1}" dt="2024-06-17T16:27:09.066" v="11"/>
          <ac:spMkLst>
            <pc:docMk/>
            <pc:sldMk cId="3044306991" sldId="267"/>
            <ac:spMk id="6" creationId="{36A6E3DB-55F1-1E23-1808-F40A544B3E0F}"/>
          </ac:spMkLst>
        </pc:spChg>
        <pc:spChg chg="add del mod">
          <ac:chgData name="Poornatejitha Reddy" userId="b72157f50999e751" providerId="Windows Live" clId="Web-{40DD1179-2A2F-4CE4-B86E-6186888450E1}" dt="2024-06-17T16:33:31.221" v="25"/>
          <ac:spMkLst>
            <pc:docMk/>
            <pc:sldMk cId="3044306991" sldId="267"/>
            <ac:spMk id="23" creationId="{15BA9DD1-E913-BCCE-66BB-E0D605FBFBD0}"/>
          </ac:spMkLst>
        </pc:spChg>
        <pc:spChg chg="add del mod">
          <ac:chgData name="Poornatejitha Reddy" userId="b72157f50999e751" providerId="Windows Live" clId="Web-{40DD1179-2A2F-4CE4-B86E-6186888450E1}" dt="2024-06-17T16:36:13.227" v="30"/>
          <ac:spMkLst>
            <pc:docMk/>
            <pc:sldMk cId="3044306991" sldId="267"/>
            <ac:spMk id="26" creationId="{F89E82E4-D1C5-66CA-8979-2A21CFA719FE}"/>
          </ac:spMkLst>
        </pc:spChg>
        <pc:graphicFrameChg chg="add del mod ord modGraphic">
          <ac:chgData name="Poornatejitha Reddy" userId="b72157f50999e751" providerId="Windows Live" clId="Web-{40DD1179-2A2F-4CE4-B86E-6186888450E1}" dt="2024-06-17T16:25:25.969" v="5"/>
          <ac:graphicFrameMkLst>
            <pc:docMk/>
            <pc:sldMk cId="3044306991" sldId="267"/>
            <ac:graphicFrameMk id="7" creationId="{CC9124FB-5753-35D4-7D8C-1E206D8DB8E5}"/>
          </ac:graphicFrameMkLst>
        </pc:graphicFrameChg>
        <pc:picChg chg="add del mod ord modCrop">
          <ac:chgData name="Poornatejitha Reddy" userId="b72157f50999e751" providerId="Windows Live" clId="Web-{40DD1179-2A2F-4CE4-B86E-6186888450E1}" dt="2024-06-17T16:28:48.414" v="22"/>
          <ac:picMkLst>
            <pc:docMk/>
            <pc:sldMk cId="3044306991" sldId="267"/>
            <ac:picMk id="20" creationId="{64E58EDD-207F-C8F6-EFA3-BC52C1099EAD}"/>
          </ac:picMkLst>
        </pc:picChg>
        <pc:picChg chg="add del mod ord modCrop">
          <ac:chgData name="Poornatejitha Reddy" userId="b72157f50999e751" providerId="Windows Live" clId="Web-{40DD1179-2A2F-4CE4-B86E-6186888450E1}" dt="2024-06-17T16:35:37.632" v="29"/>
          <ac:picMkLst>
            <pc:docMk/>
            <pc:sldMk cId="3044306991" sldId="267"/>
            <ac:picMk id="21" creationId="{F93E3634-7A43-05B9-9731-2A3D60679DAA}"/>
          </ac:picMkLst>
        </pc:picChg>
        <pc:picChg chg="add mod ord modCrop">
          <ac:chgData name="Poornatejitha Reddy" userId="b72157f50999e751" providerId="Windows Live" clId="Web-{40DD1179-2A2F-4CE4-B86E-6186888450E1}" dt="2024-06-17T16:37:32.058" v="41" actId="1076"/>
          <ac:picMkLst>
            <pc:docMk/>
            <pc:sldMk cId="3044306991" sldId="267"/>
            <ac:picMk id="24" creationId="{DAE31B72-2F2A-FA53-1A90-B0780CC4842B}"/>
          </ac:picMkLst>
        </pc:picChg>
      </pc:sldChg>
      <pc:sldChg chg="addSp delSp modSp new mod modClrScheme chgLayout">
        <pc:chgData name="Poornatejitha Reddy" userId="b72157f50999e751" providerId="Windows Live" clId="Web-{40DD1179-2A2F-4CE4-B86E-6186888450E1}" dt="2024-06-17T16:40:07.783" v="50" actId="14100"/>
        <pc:sldMkLst>
          <pc:docMk/>
          <pc:sldMk cId="1010778188" sldId="270"/>
        </pc:sldMkLst>
        <pc:spChg chg="del">
          <ac:chgData name="Poornatejitha Reddy" userId="b72157f50999e751" providerId="Windows Live" clId="Web-{40DD1179-2A2F-4CE4-B86E-6186888450E1}" dt="2024-06-17T16:39:19.703" v="43"/>
          <ac:spMkLst>
            <pc:docMk/>
            <pc:sldMk cId="1010778188" sldId="270"/>
            <ac:spMk id="2" creationId="{E1087AD1-DE54-A42D-9088-B1439DC56BE0}"/>
          </ac:spMkLst>
        </pc:spChg>
        <pc:spChg chg="del">
          <ac:chgData name="Poornatejitha Reddy" userId="b72157f50999e751" providerId="Windows Live" clId="Web-{40DD1179-2A2F-4CE4-B86E-6186888450E1}" dt="2024-06-17T16:39:19.703" v="43"/>
          <ac:spMkLst>
            <pc:docMk/>
            <pc:sldMk cId="1010778188" sldId="270"/>
            <ac:spMk id="3" creationId="{3620A051-2936-5E0E-712B-3B3ED4C03D42}"/>
          </ac:spMkLst>
        </pc:spChg>
        <pc:picChg chg="add mod modCrop">
          <ac:chgData name="Poornatejitha Reddy" userId="b72157f50999e751" providerId="Windows Live" clId="Web-{40DD1179-2A2F-4CE4-B86E-6186888450E1}" dt="2024-06-17T16:40:07.783" v="50" actId="14100"/>
          <ac:picMkLst>
            <pc:docMk/>
            <pc:sldMk cId="1010778188" sldId="270"/>
            <ac:picMk id="4" creationId="{75C34596-8B3E-D8CE-066E-29A86948DBF7}"/>
          </ac:picMkLst>
        </pc:picChg>
      </pc:sldChg>
    </pc:docChg>
  </pc:docChgLst>
  <pc:docChgLst>
    <pc:chgData name="AJITH EEGA" userId="9907faa3ea852d2a" providerId="LiveId" clId="{E61ADB2E-7736-4B3F-9F58-4CC97F9B45CE}"/>
    <pc:docChg chg="undo custSel addSld modSld">
      <pc:chgData name="AJITH EEGA" userId="9907faa3ea852d2a" providerId="LiveId" clId="{E61ADB2E-7736-4B3F-9F58-4CC97F9B45CE}" dt="2024-06-17T08:50:41.686" v="3691" actId="20577"/>
      <pc:docMkLst>
        <pc:docMk/>
      </pc:docMkLst>
      <pc:sldChg chg="modSp mod">
        <pc:chgData name="AJITH EEGA" userId="9907faa3ea852d2a" providerId="LiveId" clId="{E61ADB2E-7736-4B3F-9F58-4CC97F9B45CE}" dt="2024-06-17T07:45:56.504" v="1690" actId="20577"/>
        <pc:sldMkLst>
          <pc:docMk/>
          <pc:sldMk cId="2662775320" sldId="256"/>
        </pc:sldMkLst>
        <pc:spChg chg="mod">
          <ac:chgData name="AJITH EEGA" userId="9907faa3ea852d2a" providerId="LiveId" clId="{E61ADB2E-7736-4B3F-9F58-4CC97F9B45CE}" dt="2024-06-07T11:03:47.984" v="4" actId="20577"/>
          <ac:spMkLst>
            <pc:docMk/>
            <pc:sldMk cId="2662775320" sldId="256"/>
            <ac:spMk id="2" creationId="{057131F9-1FC7-D178-0C44-3B30BF53E5AE}"/>
          </ac:spMkLst>
        </pc:spChg>
        <pc:spChg chg="mod">
          <ac:chgData name="AJITH EEGA" userId="9907faa3ea852d2a" providerId="LiveId" clId="{E61ADB2E-7736-4B3F-9F58-4CC97F9B45CE}" dt="2024-06-17T07:45:56.504" v="1690" actId="20577"/>
          <ac:spMkLst>
            <pc:docMk/>
            <pc:sldMk cId="2662775320" sldId="256"/>
            <ac:spMk id="3" creationId="{AB556860-073B-C78B-BA86-B13AF5E39745}"/>
          </ac:spMkLst>
        </pc:spChg>
      </pc:sldChg>
      <pc:sldChg chg="modSp mod">
        <pc:chgData name="AJITH EEGA" userId="9907faa3ea852d2a" providerId="LiveId" clId="{E61ADB2E-7736-4B3F-9F58-4CC97F9B45CE}" dt="2024-06-17T06:33:24.866" v="81" actId="20577"/>
        <pc:sldMkLst>
          <pc:docMk/>
          <pc:sldMk cId="1099198396" sldId="260"/>
        </pc:sldMkLst>
        <pc:spChg chg="mod">
          <ac:chgData name="AJITH EEGA" userId="9907faa3ea852d2a" providerId="LiveId" clId="{E61ADB2E-7736-4B3F-9F58-4CC97F9B45CE}" dt="2024-06-17T06:33:24.866" v="81" actId="20577"/>
          <ac:spMkLst>
            <pc:docMk/>
            <pc:sldMk cId="1099198396" sldId="260"/>
            <ac:spMk id="3" creationId="{96217A5B-BF43-CDA8-8D92-02524C7DF87E}"/>
          </ac:spMkLst>
        </pc:spChg>
      </pc:sldChg>
      <pc:sldChg chg="addSp delSp modSp new mod modClrScheme chgLayout">
        <pc:chgData name="AJITH EEGA" userId="9907faa3ea852d2a" providerId="LiveId" clId="{E61ADB2E-7736-4B3F-9F58-4CC97F9B45CE}" dt="2024-06-17T06:57:27.274" v="674" actId="767"/>
        <pc:sldMkLst>
          <pc:docMk/>
          <pc:sldMk cId="2545455996" sldId="263"/>
        </pc:sldMkLst>
        <pc:spChg chg="add mod">
          <ac:chgData name="AJITH EEGA" userId="9907faa3ea852d2a" providerId="LiveId" clId="{E61ADB2E-7736-4B3F-9F58-4CC97F9B45CE}" dt="2024-06-17T06:38:45.512" v="170" actId="20577"/>
          <ac:spMkLst>
            <pc:docMk/>
            <pc:sldMk cId="2545455996" sldId="263"/>
            <ac:spMk id="2" creationId="{EAB17BA5-3011-D2F7-180D-F61A363F4C66}"/>
          </ac:spMkLst>
        </pc:spChg>
        <pc:spChg chg="add mod">
          <ac:chgData name="AJITH EEGA" userId="9907faa3ea852d2a" providerId="LiveId" clId="{E61ADB2E-7736-4B3F-9F58-4CC97F9B45CE}" dt="2024-06-17T06:45:46.633" v="314" actId="20577"/>
          <ac:spMkLst>
            <pc:docMk/>
            <pc:sldMk cId="2545455996" sldId="263"/>
            <ac:spMk id="3" creationId="{0AC2B9F2-FBAE-EFE9-B632-45D0137895AA}"/>
          </ac:spMkLst>
        </pc:spChg>
        <pc:spChg chg="add del mod">
          <ac:chgData name="AJITH EEGA" userId="9907faa3ea852d2a" providerId="LiveId" clId="{E61ADB2E-7736-4B3F-9F58-4CC97F9B45CE}" dt="2024-06-17T06:39:02.121" v="174" actId="11529"/>
          <ac:spMkLst>
            <pc:docMk/>
            <pc:sldMk cId="2545455996" sldId="263"/>
            <ac:spMk id="4" creationId="{0976CFE1-95A5-D369-6D31-CD34C07E0C3F}"/>
          </ac:spMkLst>
        </pc:spChg>
        <pc:spChg chg="add del mod">
          <ac:chgData name="AJITH EEGA" userId="9907faa3ea852d2a" providerId="LiveId" clId="{E61ADB2E-7736-4B3F-9F58-4CC97F9B45CE}" dt="2024-06-17T06:39:35.713" v="180" actId="11529"/>
          <ac:spMkLst>
            <pc:docMk/>
            <pc:sldMk cId="2545455996" sldId="263"/>
            <ac:spMk id="5" creationId="{C31307DE-C49A-9109-5B29-5CD18A10B60D}"/>
          </ac:spMkLst>
        </pc:spChg>
        <pc:spChg chg="add mod">
          <ac:chgData name="AJITH EEGA" userId="9907faa3ea852d2a" providerId="LiveId" clId="{E61ADB2E-7736-4B3F-9F58-4CC97F9B45CE}" dt="2024-06-17T06:45:23.624" v="246" actId="20577"/>
          <ac:spMkLst>
            <pc:docMk/>
            <pc:sldMk cId="2545455996" sldId="263"/>
            <ac:spMk id="6" creationId="{54777840-4F73-ABC9-55F1-3ABE228DEF44}"/>
          </ac:spMkLst>
        </pc:spChg>
        <pc:spChg chg="add mod">
          <ac:chgData name="AJITH EEGA" userId="9907faa3ea852d2a" providerId="LiveId" clId="{E61ADB2E-7736-4B3F-9F58-4CC97F9B45CE}" dt="2024-06-17T06:46:46.519" v="340" actId="14100"/>
          <ac:spMkLst>
            <pc:docMk/>
            <pc:sldMk cId="2545455996" sldId="263"/>
            <ac:spMk id="7" creationId="{CECC2143-7D27-1C2E-E696-55A5EAE071BF}"/>
          </ac:spMkLst>
        </pc:spChg>
        <pc:spChg chg="add mod">
          <ac:chgData name="AJITH EEGA" userId="9907faa3ea852d2a" providerId="LiveId" clId="{E61ADB2E-7736-4B3F-9F58-4CC97F9B45CE}" dt="2024-06-17T06:47:26.104" v="377" actId="20577"/>
          <ac:spMkLst>
            <pc:docMk/>
            <pc:sldMk cId="2545455996" sldId="263"/>
            <ac:spMk id="8" creationId="{77081541-A2E3-52A4-83D2-AFA726DE9650}"/>
          </ac:spMkLst>
        </pc:spChg>
        <pc:spChg chg="add mod">
          <ac:chgData name="AJITH EEGA" userId="9907faa3ea852d2a" providerId="LiveId" clId="{E61ADB2E-7736-4B3F-9F58-4CC97F9B45CE}" dt="2024-06-17T06:47:44.932" v="410" actId="20577"/>
          <ac:spMkLst>
            <pc:docMk/>
            <pc:sldMk cId="2545455996" sldId="263"/>
            <ac:spMk id="9" creationId="{E86B5657-7A40-E214-9249-CFD82C70CCC9}"/>
          </ac:spMkLst>
        </pc:spChg>
        <pc:spChg chg="add mod">
          <ac:chgData name="AJITH EEGA" userId="9907faa3ea852d2a" providerId="LiveId" clId="{E61ADB2E-7736-4B3F-9F58-4CC97F9B45CE}" dt="2024-06-17T06:57:27.274" v="674" actId="767"/>
          <ac:spMkLst>
            <pc:docMk/>
            <pc:sldMk cId="2545455996" sldId="263"/>
            <ac:spMk id="25" creationId="{CDE5CA17-B9B3-4244-3A7B-B24F87B8B032}"/>
          </ac:spMkLst>
        </pc:spChg>
        <pc:cxnChg chg="add mod">
          <ac:chgData name="AJITH EEGA" userId="9907faa3ea852d2a" providerId="LiveId" clId="{E61ADB2E-7736-4B3F-9F58-4CC97F9B45CE}" dt="2024-06-17T06:45:34.210" v="248" actId="1076"/>
          <ac:cxnSpMkLst>
            <pc:docMk/>
            <pc:sldMk cId="2545455996" sldId="263"/>
            <ac:cxnSpMk id="11" creationId="{60360913-3206-C2D5-122C-561DDD6F6E74}"/>
          </ac:cxnSpMkLst>
        </pc:cxnChg>
        <pc:cxnChg chg="add del mod">
          <ac:chgData name="AJITH EEGA" userId="9907faa3ea852d2a" providerId="LiveId" clId="{E61ADB2E-7736-4B3F-9F58-4CC97F9B45CE}" dt="2024-06-17T06:43:44.359" v="216" actId="11529"/>
          <ac:cxnSpMkLst>
            <pc:docMk/>
            <pc:sldMk cId="2545455996" sldId="263"/>
            <ac:cxnSpMk id="14" creationId="{D0C0CB7F-CCEA-28A1-E3D4-DA54831CA03C}"/>
          </ac:cxnSpMkLst>
        </pc:cxnChg>
        <pc:cxnChg chg="add mod">
          <ac:chgData name="AJITH EEGA" userId="9907faa3ea852d2a" providerId="LiveId" clId="{E61ADB2E-7736-4B3F-9F58-4CC97F9B45CE}" dt="2024-06-17T06:47:05.097" v="342" actId="14100"/>
          <ac:cxnSpMkLst>
            <pc:docMk/>
            <pc:sldMk cId="2545455996" sldId="263"/>
            <ac:cxnSpMk id="17" creationId="{AE04938B-6A69-3233-E548-7DCAE4EC0694}"/>
          </ac:cxnSpMkLst>
        </pc:cxnChg>
        <pc:cxnChg chg="add del mod">
          <ac:chgData name="AJITH EEGA" userId="9907faa3ea852d2a" providerId="LiveId" clId="{E61ADB2E-7736-4B3F-9F58-4CC97F9B45CE}" dt="2024-06-17T06:44:27.528" v="222" actId="11529"/>
          <ac:cxnSpMkLst>
            <pc:docMk/>
            <pc:sldMk cId="2545455996" sldId="263"/>
            <ac:cxnSpMk id="19" creationId="{C0D2567B-046C-6DF9-1A46-DFCA159CDD23}"/>
          </ac:cxnSpMkLst>
        </pc:cxnChg>
        <pc:cxnChg chg="add">
          <ac:chgData name="AJITH EEGA" userId="9907faa3ea852d2a" providerId="LiveId" clId="{E61ADB2E-7736-4B3F-9F58-4CC97F9B45CE}" dt="2024-06-17T06:44:54.756" v="225" actId="11529"/>
          <ac:cxnSpMkLst>
            <pc:docMk/>
            <pc:sldMk cId="2545455996" sldId="263"/>
            <ac:cxnSpMk id="22" creationId="{C7EA24B7-0B74-E7B0-166B-3AB5C93FAC57}"/>
          </ac:cxnSpMkLst>
        </pc:cxnChg>
      </pc:sldChg>
      <pc:sldChg chg="addSp delSp modSp new mod modClrScheme chgLayout">
        <pc:chgData name="AJITH EEGA" userId="9907faa3ea852d2a" providerId="LiveId" clId="{E61ADB2E-7736-4B3F-9F58-4CC97F9B45CE}" dt="2024-06-17T07:45:15.560" v="1671" actId="113"/>
        <pc:sldMkLst>
          <pc:docMk/>
          <pc:sldMk cId="3080315129" sldId="264"/>
        </pc:sldMkLst>
        <pc:spChg chg="add del">
          <ac:chgData name="AJITH EEGA" userId="9907faa3ea852d2a" providerId="LiveId" clId="{E61ADB2E-7736-4B3F-9F58-4CC97F9B45CE}" dt="2024-06-17T06:49:46.192" v="413" actId="22"/>
          <ac:spMkLst>
            <pc:docMk/>
            <pc:sldMk cId="3080315129" sldId="264"/>
            <ac:spMk id="3" creationId="{45047D56-2FED-BA51-9905-FE8362B15760}"/>
          </ac:spMkLst>
        </pc:spChg>
        <pc:spChg chg="add mod">
          <ac:chgData name="AJITH EEGA" userId="9907faa3ea852d2a" providerId="LiveId" clId="{E61ADB2E-7736-4B3F-9F58-4CC97F9B45CE}" dt="2024-06-17T06:51:48.675" v="423" actId="20577"/>
          <ac:spMkLst>
            <pc:docMk/>
            <pc:sldMk cId="3080315129" sldId="264"/>
            <ac:spMk id="4" creationId="{F2341D5C-43D3-498C-B937-98F5E377B175}"/>
          </ac:spMkLst>
        </pc:spChg>
        <pc:spChg chg="add mod">
          <ac:chgData name="AJITH EEGA" userId="9907faa3ea852d2a" providerId="LiveId" clId="{E61ADB2E-7736-4B3F-9F58-4CC97F9B45CE}" dt="2024-06-17T07:45:15.560" v="1671" actId="113"/>
          <ac:spMkLst>
            <pc:docMk/>
            <pc:sldMk cId="3080315129" sldId="264"/>
            <ac:spMk id="5" creationId="{CCE3F000-1000-8968-0E00-B37D987B5E26}"/>
          </ac:spMkLst>
        </pc:spChg>
      </pc:sldChg>
      <pc:sldChg chg="addSp delSp modSp new mod modClrScheme chgLayout">
        <pc:chgData name="AJITH EEGA" userId="9907faa3ea852d2a" providerId="LiveId" clId="{E61ADB2E-7736-4B3F-9F58-4CC97F9B45CE}" dt="2024-06-17T08:09:35.657" v="1875" actId="1076"/>
        <pc:sldMkLst>
          <pc:docMk/>
          <pc:sldMk cId="3536173831" sldId="265"/>
        </pc:sldMkLst>
        <pc:spChg chg="add mod">
          <ac:chgData name="AJITH EEGA" userId="9907faa3ea852d2a" providerId="LiveId" clId="{E61ADB2E-7736-4B3F-9F58-4CC97F9B45CE}" dt="2024-06-17T07:48:49.804" v="1723" actId="20577"/>
          <ac:spMkLst>
            <pc:docMk/>
            <pc:sldMk cId="3536173831" sldId="265"/>
            <ac:spMk id="2" creationId="{C104431A-D2B0-0CFB-6DA7-DE178627A7DE}"/>
          </ac:spMkLst>
        </pc:spChg>
        <pc:spChg chg="add mod">
          <ac:chgData name="AJITH EEGA" userId="9907faa3ea852d2a" providerId="LiveId" clId="{E61ADB2E-7736-4B3F-9F58-4CC97F9B45CE}" dt="2024-06-17T08:06:42.532" v="1815" actId="5793"/>
          <ac:spMkLst>
            <pc:docMk/>
            <pc:sldMk cId="3536173831" sldId="265"/>
            <ac:spMk id="3" creationId="{9E3C92F4-5DD6-8D45-9942-0F8289D84BF6}"/>
          </ac:spMkLst>
        </pc:spChg>
        <pc:spChg chg="add del mod">
          <ac:chgData name="AJITH EEGA" userId="9907faa3ea852d2a" providerId="LiveId" clId="{E61ADB2E-7736-4B3F-9F58-4CC97F9B45CE}" dt="2024-06-17T08:04:27.687" v="1746" actId="11529"/>
          <ac:spMkLst>
            <pc:docMk/>
            <pc:sldMk cId="3536173831" sldId="265"/>
            <ac:spMk id="4" creationId="{BFE7B190-78E9-AD2B-E9D1-20449C798C29}"/>
          </ac:spMkLst>
        </pc:spChg>
        <pc:spChg chg="add del">
          <ac:chgData name="AJITH EEGA" userId="9907faa3ea852d2a" providerId="LiveId" clId="{E61ADB2E-7736-4B3F-9F58-4CC97F9B45CE}" dt="2024-06-17T08:04:22.416" v="1739" actId="11529"/>
          <ac:spMkLst>
            <pc:docMk/>
            <pc:sldMk cId="3536173831" sldId="265"/>
            <ac:spMk id="5" creationId="{265B9F1D-7B8E-DAE0-78BF-E9224BCD3A2C}"/>
          </ac:spMkLst>
        </pc:spChg>
        <pc:spChg chg="add mod">
          <ac:chgData name="AJITH EEGA" userId="9907faa3ea852d2a" providerId="LiveId" clId="{E61ADB2E-7736-4B3F-9F58-4CC97F9B45CE}" dt="2024-06-17T08:09:11.736" v="1873" actId="1076"/>
          <ac:spMkLst>
            <pc:docMk/>
            <pc:sldMk cId="3536173831" sldId="265"/>
            <ac:spMk id="6" creationId="{8DC9DA6F-B6B1-F575-E1B4-DE22739C0992}"/>
          </ac:spMkLst>
        </pc:spChg>
        <pc:spChg chg="add mod">
          <ac:chgData name="AJITH EEGA" userId="9907faa3ea852d2a" providerId="LiveId" clId="{E61ADB2E-7736-4B3F-9F58-4CC97F9B45CE}" dt="2024-06-17T08:09:21.640" v="1874" actId="1076"/>
          <ac:spMkLst>
            <pc:docMk/>
            <pc:sldMk cId="3536173831" sldId="265"/>
            <ac:spMk id="7" creationId="{B6EC47CB-8F68-750E-7D8D-1C3B3A8E877A}"/>
          </ac:spMkLst>
        </pc:spChg>
        <pc:spChg chg="add mod">
          <ac:chgData name="AJITH EEGA" userId="9907faa3ea852d2a" providerId="LiveId" clId="{E61ADB2E-7736-4B3F-9F58-4CC97F9B45CE}" dt="2024-06-17T08:09:35.657" v="1875" actId="1076"/>
          <ac:spMkLst>
            <pc:docMk/>
            <pc:sldMk cId="3536173831" sldId="265"/>
            <ac:spMk id="8" creationId="{588A5E65-9D97-844D-715D-1F3E122F8DFC}"/>
          </ac:spMkLst>
        </pc:spChg>
        <pc:cxnChg chg="add mod">
          <ac:chgData name="AJITH EEGA" userId="9907faa3ea852d2a" providerId="LiveId" clId="{E61ADB2E-7736-4B3F-9F58-4CC97F9B45CE}" dt="2024-06-17T08:09:21.640" v="1874" actId="1076"/>
          <ac:cxnSpMkLst>
            <pc:docMk/>
            <pc:sldMk cId="3536173831" sldId="265"/>
            <ac:cxnSpMk id="10" creationId="{2373A2EE-E176-911C-534F-6B45B8B8FD9A}"/>
          </ac:cxnSpMkLst>
        </pc:cxnChg>
        <pc:cxnChg chg="add mod">
          <ac:chgData name="AJITH EEGA" userId="9907faa3ea852d2a" providerId="LiveId" clId="{E61ADB2E-7736-4B3F-9F58-4CC97F9B45CE}" dt="2024-06-17T08:09:21.640" v="1874" actId="1076"/>
          <ac:cxnSpMkLst>
            <pc:docMk/>
            <pc:sldMk cId="3536173831" sldId="265"/>
            <ac:cxnSpMk id="14" creationId="{E0CBDC68-3A57-C116-3BE9-4691F8E8670E}"/>
          </ac:cxnSpMkLst>
        </pc:cxnChg>
      </pc:sldChg>
      <pc:sldChg chg="addSp delSp modSp new mod modClrScheme chgLayout">
        <pc:chgData name="AJITH EEGA" userId="9907faa3ea852d2a" providerId="LiveId" clId="{E61ADB2E-7736-4B3F-9F58-4CC97F9B45CE}" dt="2024-06-17T08:29:30.457" v="2782" actId="113"/>
        <pc:sldMkLst>
          <pc:docMk/>
          <pc:sldMk cId="3707528724" sldId="266"/>
        </pc:sldMkLst>
        <pc:spChg chg="del">
          <ac:chgData name="AJITH EEGA" userId="9907faa3ea852d2a" providerId="LiveId" clId="{E61ADB2E-7736-4B3F-9F58-4CC97F9B45CE}" dt="2024-06-17T08:10:53.702" v="1877" actId="21"/>
          <ac:spMkLst>
            <pc:docMk/>
            <pc:sldMk cId="3707528724" sldId="266"/>
            <ac:spMk id="2" creationId="{33D3970D-2642-E8B9-49AC-62DC0AB53474}"/>
          </ac:spMkLst>
        </pc:spChg>
        <pc:spChg chg="add mod">
          <ac:chgData name="AJITH EEGA" userId="9907faa3ea852d2a" providerId="LiveId" clId="{E61ADB2E-7736-4B3F-9F58-4CC97F9B45CE}" dt="2024-06-17T08:16:52.014" v="1897" actId="20577"/>
          <ac:spMkLst>
            <pc:docMk/>
            <pc:sldMk cId="3707528724" sldId="266"/>
            <ac:spMk id="5" creationId="{5CCCE401-AA0D-7D57-F3C7-99505A9C6E7D}"/>
          </ac:spMkLst>
        </pc:spChg>
        <pc:spChg chg="add mod">
          <ac:chgData name="AJITH EEGA" userId="9907faa3ea852d2a" providerId="LiveId" clId="{E61ADB2E-7736-4B3F-9F58-4CC97F9B45CE}" dt="2024-06-17T08:29:30.457" v="2782" actId="113"/>
          <ac:spMkLst>
            <pc:docMk/>
            <pc:sldMk cId="3707528724" sldId="266"/>
            <ac:spMk id="6" creationId="{D26440A7-503C-953E-DB38-29A0F2474F5D}"/>
          </ac:spMkLst>
        </pc:spChg>
        <pc:graphicFrameChg chg="add del mod modGraphic">
          <ac:chgData name="AJITH EEGA" userId="9907faa3ea852d2a" providerId="LiveId" clId="{E61ADB2E-7736-4B3F-9F58-4CC97F9B45CE}" dt="2024-06-17T08:12:03.514" v="1880" actId="21"/>
          <ac:graphicFrameMkLst>
            <pc:docMk/>
            <pc:sldMk cId="3707528724" sldId="266"/>
            <ac:graphicFrameMk id="4" creationId="{67C2578E-23BF-DE2D-B13A-9A2B70F0E46E}"/>
          </ac:graphicFrameMkLst>
        </pc:graphicFrameChg>
      </pc:sldChg>
      <pc:sldChg chg="modSp new mod">
        <pc:chgData name="AJITH EEGA" userId="9907faa3ea852d2a" providerId="LiveId" clId="{E61ADB2E-7736-4B3F-9F58-4CC97F9B45CE}" dt="2024-06-17T08:30:13.296" v="2789" actId="20577"/>
        <pc:sldMkLst>
          <pc:docMk/>
          <pc:sldMk cId="3044306991" sldId="267"/>
        </pc:sldMkLst>
        <pc:spChg chg="mod">
          <ac:chgData name="AJITH EEGA" userId="9907faa3ea852d2a" providerId="LiveId" clId="{E61ADB2E-7736-4B3F-9F58-4CC97F9B45CE}" dt="2024-06-17T08:30:13.296" v="2789" actId="20577"/>
          <ac:spMkLst>
            <pc:docMk/>
            <pc:sldMk cId="3044306991" sldId="267"/>
            <ac:spMk id="2" creationId="{9BF253C8-059C-F28D-4E2E-48DAEB94890E}"/>
          </ac:spMkLst>
        </pc:spChg>
      </pc:sldChg>
      <pc:sldChg chg="modSp new mod">
        <pc:chgData name="AJITH EEGA" userId="9907faa3ea852d2a" providerId="LiveId" clId="{E61ADB2E-7736-4B3F-9F58-4CC97F9B45CE}" dt="2024-06-17T08:50:41.686" v="3691" actId="20577"/>
        <pc:sldMkLst>
          <pc:docMk/>
          <pc:sldMk cId="252515181" sldId="268"/>
        </pc:sldMkLst>
        <pc:spChg chg="mod">
          <ac:chgData name="AJITH EEGA" userId="9907faa3ea852d2a" providerId="LiveId" clId="{E61ADB2E-7736-4B3F-9F58-4CC97F9B45CE}" dt="2024-06-17T08:30:29.147" v="2803" actId="20577"/>
          <ac:spMkLst>
            <pc:docMk/>
            <pc:sldMk cId="252515181" sldId="268"/>
            <ac:spMk id="2" creationId="{1FF6E0B7-79A0-02D1-3106-567DADC0ED91}"/>
          </ac:spMkLst>
        </pc:spChg>
        <pc:spChg chg="mod">
          <ac:chgData name="AJITH EEGA" userId="9907faa3ea852d2a" providerId="LiveId" clId="{E61ADB2E-7736-4B3F-9F58-4CC97F9B45CE}" dt="2024-06-17T08:50:41.686" v="3691" actId="20577"/>
          <ac:spMkLst>
            <pc:docMk/>
            <pc:sldMk cId="252515181" sldId="268"/>
            <ac:spMk id="3" creationId="{282FB5EC-D6BF-B9E3-6602-DCE1B466D851}"/>
          </ac:spMkLst>
        </pc:spChg>
      </pc:sldChg>
      <pc:sldChg chg="modSp new mod">
        <pc:chgData name="AJITH EEGA" userId="9907faa3ea852d2a" providerId="LiveId" clId="{E61ADB2E-7736-4B3F-9F58-4CC97F9B45CE}" dt="2024-06-17T08:48:14.542" v="3570" actId="14100"/>
        <pc:sldMkLst>
          <pc:docMk/>
          <pc:sldMk cId="3169471874" sldId="269"/>
        </pc:sldMkLst>
        <pc:spChg chg="mod">
          <ac:chgData name="AJITH EEGA" userId="9907faa3ea852d2a" providerId="LiveId" clId="{E61ADB2E-7736-4B3F-9F58-4CC97F9B45CE}" dt="2024-06-17T08:48:14.542" v="3570" actId="14100"/>
          <ac:spMkLst>
            <pc:docMk/>
            <pc:sldMk cId="3169471874" sldId="269"/>
            <ac:spMk id="2" creationId="{64B28861-B37E-BD40-5F7B-29CBA93450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16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3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4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442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89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2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19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2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08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9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248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64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30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170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130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049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2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47F9FCA-45BA-49B4-A31F-2B0A00C8B9D5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3363A9C-2FEA-4F37-9CEB-0F0353E4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15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131F9-1FC7-D178-0C44-3B30BF53E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265" y="1053149"/>
            <a:ext cx="8825658" cy="2054942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Prediction Using Machine Learning [SVM]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56860-073B-C78B-BA86-B13AF5E397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r"/>
            <a:r>
              <a:rPr lang="en-US" dirty="0"/>
              <a:t>K. POORNATEJITHA</a:t>
            </a:r>
          </a:p>
          <a:p>
            <a:pPr algn="r"/>
            <a:r>
              <a:rPr lang="en-US" dirty="0"/>
              <a:t>H. </a:t>
            </a:r>
            <a:r>
              <a:rPr lang="en-US"/>
              <a:t>GAYATHRI</a:t>
            </a:r>
          </a:p>
          <a:p>
            <a:pPr algn="r"/>
            <a:r>
              <a:rPr lang="en-IN" dirty="0"/>
              <a:t>S. SAI RAM</a:t>
            </a:r>
          </a:p>
        </p:txBody>
      </p:sp>
    </p:spTree>
    <p:extLst>
      <p:ext uri="{BB962C8B-B14F-4D97-AF65-F5344CB8AC3E}">
        <p14:creationId xmlns:p14="http://schemas.microsoft.com/office/powerpoint/2010/main" val="266277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9627-E971-38E5-A95D-941926F6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EBC64-66F7-F11B-333D-6C9A63B5F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339" y="2603500"/>
            <a:ext cx="7961614" cy="3175508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is common chronic disease that can be dangerous.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can be identified when blood glucose is higher than normal level which is caused by high secretion of insulin or biological effects.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can cause various damage to our body and disfunction tissues, kidneys, eyes and blood vessels.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system an efficient way of detecting diabetes is done through machine learning.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machine learning we can  use the classification algorithm Support Vector Machine [SVM].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47A08-D195-E358-BDA4-349549B28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102" y="3010662"/>
            <a:ext cx="2539746" cy="25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0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E44E-326A-313A-61A0-4394F0D1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MACHINES(SVM)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B4CA-0F6D-5354-F43B-0D7546578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predict diabetes we used Support Vector Machine algorithm.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used for both regression and classification.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work by finding the optimal hyperplane that maximizes the margin between different classes.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SVMs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known for their effectiveness in high-dimensional spaces and various applications, such as image and text classification</a:t>
            </a:r>
            <a:r>
              <a:rPr lang="en-US" dirty="0"/>
              <a:t>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923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72A1274-B579-3487-B119-884BD0AC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 TAKEN FOR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7A5B-BF43-CDA8-8D92-02524C7DF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Glucose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Insulin 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1099198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2C04-C47B-85E1-87B4-0163B24C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FB5F-86CC-F832-2315-354647028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we used for this project: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Pickle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60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9A7D-C172-751D-EEDC-768872637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Document with solid fill">
            <a:extLst>
              <a:ext uri="{FF2B5EF4-FFF2-40B4-BE49-F238E27FC236}">
                <a16:creationId xmlns:a16="http://schemas.microsoft.com/office/drawing/2014/main" id="{D7FF7BC4-5781-32F3-12F3-5E4CA6A70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4564" y="2583434"/>
            <a:ext cx="914400" cy="9144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A5C879-823C-BB11-9BBA-46A15091B12A}"/>
              </a:ext>
            </a:extLst>
          </p:cNvPr>
          <p:cNvSpPr txBox="1"/>
          <p:nvPr/>
        </p:nvSpPr>
        <p:spPr>
          <a:xfrm>
            <a:off x="1564186" y="3532250"/>
            <a:ext cx="216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0C442-D281-C2B7-6471-070E88304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984" y="2542339"/>
            <a:ext cx="1319880" cy="9899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91291E-82B9-0B4B-4A1C-FDE9CF524F53}"/>
              </a:ext>
            </a:extLst>
          </p:cNvPr>
          <p:cNvSpPr txBox="1"/>
          <p:nvPr/>
        </p:nvSpPr>
        <p:spPr>
          <a:xfrm>
            <a:off x="4199310" y="3533217"/>
            <a:ext cx="197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D772BA-4F3E-1707-E6C6-08563B910DF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82"/>
          <a:stretch/>
        </p:blipFill>
        <p:spPr>
          <a:xfrm>
            <a:off x="7410150" y="2408814"/>
            <a:ext cx="1437812" cy="10890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149185-39FA-E2F3-1FFC-0FE252D98E27}"/>
              </a:ext>
            </a:extLst>
          </p:cNvPr>
          <p:cNvSpPr txBox="1"/>
          <p:nvPr/>
        </p:nvSpPr>
        <p:spPr>
          <a:xfrm>
            <a:off x="7268058" y="3487223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Train-test-split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B391AB-6B19-8F03-C120-437BC2F203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89" y="4209737"/>
            <a:ext cx="2831136" cy="15330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4F0A5E-9E29-60DC-3269-FE21C0239E73}"/>
              </a:ext>
            </a:extLst>
          </p:cNvPr>
          <p:cNvSpPr txBox="1"/>
          <p:nvPr/>
        </p:nvSpPr>
        <p:spPr>
          <a:xfrm>
            <a:off x="4495704" y="5884332"/>
            <a:ext cx="1725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classifier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FA5C32-039A-C860-27CC-DD9D169BA021}"/>
              </a:ext>
            </a:extLst>
          </p:cNvPr>
          <p:cNvCxnSpPr>
            <a:cxnSpLocks/>
          </p:cNvCxnSpPr>
          <p:nvPr/>
        </p:nvCxnSpPr>
        <p:spPr>
          <a:xfrm>
            <a:off x="2888964" y="3006369"/>
            <a:ext cx="1561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874EE1-8517-4581-D209-7245B32939E1}"/>
              </a:ext>
            </a:extLst>
          </p:cNvPr>
          <p:cNvCxnSpPr>
            <a:cxnSpLocks/>
          </p:cNvCxnSpPr>
          <p:nvPr/>
        </p:nvCxnSpPr>
        <p:spPr>
          <a:xfrm>
            <a:off x="5919256" y="2987460"/>
            <a:ext cx="1348802" cy="10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C24A8D-7C95-B714-DE50-562311811BBA}"/>
              </a:ext>
            </a:extLst>
          </p:cNvPr>
          <p:cNvCxnSpPr>
            <a:stCxn id="12" idx="2"/>
          </p:cNvCxnSpPr>
          <p:nvPr/>
        </p:nvCxnSpPr>
        <p:spPr>
          <a:xfrm>
            <a:off x="8127594" y="3856555"/>
            <a:ext cx="0" cy="1355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6D7161-5804-0FD7-FB9B-4C690F6BCFCC}"/>
              </a:ext>
            </a:extLst>
          </p:cNvPr>
          <p:cNvCxnSpPr>
            <a:cxnSpLocks/>
          </p:cNvCxnSpPr>
          <p:nvPr/>
        </p:nvCxnSpPr>
        <p:spPr>
          <a:xfrm flipH="1">
            <a:off x="6360724" y="5212080"/>
            <a:ext cx="1766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66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57EB-8EE1-66D6-7D6C-BEBBAC521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Content Placeholder 4" descr="Document with solid fill">
            <a:extLst>
              <a:ext uri="{FF2B5EF4-FFF2-40B4-BE49-F238E27FC236}">
                <a16:creationId xmlns:a16="http://schemas.microsoft.com/office/drawing/2014/main" id="{5430ABF9-EB95-CF1B-C81F-978136F8C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332" y="3454080"/>
            <a:ext cx="1308132" cy="130813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E83BF2-12D8-43F3-FB5F-890B181B76EF}"/>
              </a:ext>
            </a:extLst>
          </p:cNvPr>
          <p:cNvSpPr txBox="1"/>
          <p:nvPr/>
        </p:nvSpPr>
        <p:spPr>
          <a:xfrm>
            <a:off x="1458198" y="4762212"/>
            <a:ext cx="130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68E2D9-FB31-7C94-E183-8CF02153EB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579" y="3454080"/>
            <a:ext cx="2410161" cy="13051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E56BEB-7F5B-10BA-7E18-4D6A0ACCB3B6}"/>
              </a:ext>
            </a:extLst>
          </p:cNvPr>
          <p:cNvSpPr txBox="1"/>
          <p:nvPr/>
        </p:nvSpPr>
        <p:spPr>
          <a:xfrm>
            <a:off x="4330579" y="4759187"/>
            <a:ext cx="2500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SVM classifier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F65D5-1104-BD5A-3F27-1C4AC2A7628E}"/>
              </a:ext>
            </a:extLst>
          </p:cNvPr>
          <p:cNvSpPr txBox="1"/>
          <p:nvPr/>
        </p:nvSpPr>
        <p:spPr>
          <a:xfrm>
            <a:off x="8280064" y="3644968"/>
            <a:ext cx="2084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Diabetic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(or)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Non-Diabetic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C8A0AF-492A-4017-F12D-C326EBEC974C}"/>
              </a:ext>
            </a:extLst>
          </p:cNvPr>
          <p:cNvSpPr txBox="1"/>
          <p:nvPr/>
        </p:nvSpPr>
        <p:spPr>
          <a:xfrm>
            <a:off x="8304989" y="4728704"/>
            <a:ext cx="1453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868A0E-4917-7118-1226-BF77B8A2AB80}"/>
              </a:ext>
            </a:extLst>
          </p:cNvPr>
          <p:cNvCxnSpPr>
            <a:endCxn id="7" idx="1"/>
          </p:cNvCxnSpPr>
          <p:nvPr/>
        </p:nvCxnSpPr>
        <p:spPr>
          <a:xfrm>
            <a:off x="2569464" y="4106633"/>
            <a:ext cx="17611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3CCC95-9337-83A5-1164-AE49BE40F036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6740740" y="4106633"/>
            <a:ext cx="15393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21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1B4F6-F121-49C1-E483-F6468C38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480B73-1E64-CE88-9775-69205E3AC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032" y="2603500"/>
            <a:ext cx="6462249" cy="3416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763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53C8-059C-F28D-4E2E-48DAEB94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22B63-AA4C-4777-066D-2CC9C2D5B5C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603500"/>
            <a:ext cx="4824413" cy="5762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 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7AFD5C-98B0-A81B-FF27-B462C8ECEC2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367588" y="2603500"/>
            <a:ext cx="4824412" cy="5762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   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8D15D79-C05E-A7DA-3736-E4FFC78AB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3" t="21418" r="9256" b="8119"/>
          <a:stretch/>
        </p:blipFill>
        <p:spPr>
          <a:xfrm>
            <a:off x="444436" y="2698823"/>
            <a:ext cx="4834823" cy="3185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518D83-D715-E42E-21A6-C2A28962E3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1" t="22071" r="11556" b="7711"/>
          <a:stretch/>
        </p:blipFill>
        <p:spPr>
          <a:xfrm>
            <a:off x="6096000" y="2698822"/>
            <a:ext cx="5239117" cy="3185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4306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7093-EF48-E8A7-36A0-A948946D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0F9182-E4C9-795F-A4FC-E112ED537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0" t="19881" r="11514" b="6513"/>
          <a:stretch/>
        </p:blipFill>
        <p:spPr>
          <a:xfrm>
            <a:off x="2999232" y="2798064"/>
            <a:ext cx="5431536" cy="3205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9244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6483-8708-259F-4517-D361C896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28599-6026-2E6A-FB1D-BFB633569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–Efficient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for self testing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33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E0B7-79A0-02D1-3106-567DADC0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FB5EC-D6BF-B9E3-6602-DCE1B466D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667472" cy="3993945"/>
          </a:xfrm>
        </p:spPr>
        <p:txBody>
          <a:bodyPr>
            <a:normAutofit lnSpcReduction="10000"/>
          </a:bodyPr>
          <a:lstStyle/>
          <a:p>
            <a:r>
              <a:rPr lang="en-IN"/>
              <a:t>In this project , we successfully developed a predictive model using Support Vector Machines(SVM) for the task of diabetic prediction based on various health parameters.</a:t>
            </a:r>
          </a:p>
          <a:p>
            <a:r>
              <a:rPr lang="en-IN"/>
              <a:t> Through meticulous data preprocessing, feature engineering, and model training, we have created a robust classifier capable of distinguishing between diabetic and non-diabetic individuals with high accuracy.</a:t>
            </a:r>
          </a:p>
          <a:p>
            <a:r>
              <a:rPr lang="en-IN"/>
              <a:t>Overall, this project highlights the significance of machine learning approaches, particularly SVM, in addressing complex healthcare challenges such as diabetes.</a:t>
            </a:r>
          </a:p>
          <a:p>
            <a:r>
              <a:rPr lang="en-IN"/>
              <a:t>Overall, the project contributes to better diabetes prevention and care.</a:t>
            </a:r>
          </a:p>
          <a:p>
            <a:r>
              <a:rPr lang="en-IN"/>
              <a:t>In this conclusion, the use of Support Vector Machines presents a promising avenue for predicting diabetes. </a:t>
            </a:r>
          </a:p>
        </p:txBody>
      </p:sp>
    </p:spTree>
    <p:extLst>
      <p:ext uri="{BB962C8B-B14F-4D97-AF65-F5344CB8AC3E}">
        <p14:creationId xmlns:p14="http://schemas.microsoft.com/office/powerpoint/2010/main" val="252515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8861-B37E-BD40-5F7B-29CBA9345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845575"/>
            <a:ext cx="8825658" cy="310699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B6926-75FB-F853-B693-B292D7337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471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50</TotalTime>
  <Words>339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Times New Roman</vt:lpstr>
      <vt:lpstr>Wingdings</vt:lpstr>
      <vt:lpstr>Wingdings 3</vt:lpstr>
      <vt:lpstr>Ion Boardroom</vt:lpstr>
      <vt:lpstr>Diabetes Prediction Using Machine Learning [SVM]</vt:lpstr>
      <vt:lpstr>INTRODUCTION</vt:lpstr>
      <vt:lpstr>SUPPORT VECTOR MACHINES(SVM)</vt:lpstr>
      <vt:lpstr>PARAMETERS TAKEN FOR TESTING</vt:lpstr>
      <vt:lpstr>LIBRARIES</vt:lpstr>
      <vt:lpstr>BLOCK DIAGRAM</vt:lpstr>
      <vt:lpstr> </vt:lpstr>
      <vt:lpstr>ACCURACY</vt:lpstr>
      <vt:lpstr>RESULTS</vt:lpstr>
      <vt:lpstr>CHATBOT</vt:lpstr>
      <vt:lpstr>ADVANTAGES</vt:lpstr>
      <vt:lpstr>CONCLUSION: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Machine Learning </dc:title>
  <dc:creator>AJITH EEGA</dc:creator>
  <cp:lastModifiedBy>Poornatejitha Reddy</cp:lastModifiedBy>
  <cp:revision>6</cp:revision>
  <dcterms:created xsi:type="dcterms:W3CDTF">2024-06-06T10:18:00Z</dcterms:created>
  <dcterms:modified xsi:type="dcterms:W3CDTF">2024-06-22T03:25:35Z</dcterms:modified>
</cp:coreProperties>
</file>